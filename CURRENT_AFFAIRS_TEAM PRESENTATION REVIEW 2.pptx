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jp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WireWizards logo" descr="img-0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91440"/>
            <a:ext cx="1005840" cy="1005840"/>
          </a:xfrm>
          <a:prstGeom prst="rect">
            <a:avLst/>
          </a:prstGeom>
        </p:spPr>
      </p:pic>
      <p:pic>
        <p:nvPicPr>
          <p:cNvPr id="3" name="KITE logo" descr="img-00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228600"/>
            <a:ext cx="1554480" cy="109728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2286000" y="41148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2A9E"/>
                </a:solidFill>
              </a:rPr>
              <a:t>WIREWIZARDS HACKATHON 2026</a:t>
            </a:r>
            <a:endParaRPr lang="en-US" sz="3200" dirty="0"/>
          </a:p>
        </p:txBody>
      </p:sp>
      <p:pic>
        <p:nvPicPr>
          <p:cNvPr id="5" name="corner decoration" descr="deco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0" y="3566160"/>
            <a:ext cx="6400800" cy="329184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1280160" y="1554480"/>
            <a:ext cx="100584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1F3D"/>
                </a:solidFill>
              </a:rPr>
              <a:t>Problem Statement No - </a:t>
            </a:r>
            <a:pPr indent="0" marL="0">
              <a:spcAft>
                <a:spcPts val="1400"/>
              </a:spcAft>
              <a:buNone/>
            </a:pPr>
            <a:r>
              <a:rPr lang="en-US" sz="2200" dirty="0">
                <a:solidFill>
                  <a:srgbClr val="0F1F3D"/>
                </a:solidFill>
              </a:rPr>
              <a:t>ECW260045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0F1F3D"/>
                </a:solidFill>
              </a:rPr>
              <a:t>Problem Statement Title - </a:t>
            </a:r>
            <a:pPr indent="0" marL="0">
              <a:spcAft>
                <a:spcPts val="1400"/>
              </a:spcAft>
              <a:buNone/>
            </a:pPr>
            <a:r>
              <a:rPr lang="en-US" sz="2200" dirty="0">
                <a:solidFill>
                  <a:srgbClr val="0F1F3D"/>
                </a:solidFill>
              </a:rPr>
              <a:t>Rain Detection and Outdoor Clothes Protection Alert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0F1F3D"/>
                </a:solidFill>
              </a:rPr>
              <a:t>Team Name - </a:t>
            </a:r>
            <a:pPr indent="0" marL="0">
              <a:spcAft>
                <a:spcPts val="1400"/>
              </a:spcAft>
              <a:buNone/>
            </a:pPr>
            <a:r>
              <a:rPr lang="en-US" sz="2200" dirty="0">
                <a:solidFill>
                  <a:srgbClr val="0F1F3D"/>
                </a:solidFill>
              </a:rPr>
              <a:t>CURRENT AFFAIRS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0F1F3D"/>
                </a:solidFill>
              </a:rPr>
              <a:t>Faculty Mentor - </a:t>
            </a:r>
            <a:pPr indent="0" marL="0">
              <a:spcAft>
                <a:spcPts val="1400"/>
              </a:spcAft>
              <a:buNone/>
            </a:pPr>
            <a:r>
              <a:rPr lang="en-US" sz="2200" dirty="0">
                <a:solidFill>
                  <a:srgbClr val="0F1F3D"/>
                </a:solidFill>
              </a:rPr>
              <a:t>Dr. Kamalakannan S</a:t>
            </a:r>
            <a:endParaRPr lang="en-US" sz="2200" dirty="0"/>
          </a:p>
        </p:txBody>
      </p:sp>
      <p:sp>
        <p:nvSpPr>
          <p:cNvPr id="7" name="Text 2"/>
          <p:cNvSpPr txBox="1"/>
          <p:nvPr/>
        </p:nvSpPr>
        <p:spPr>
          <a:xfrm>
            <a:off x="7863840" y="38404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F3D"/>
                </a:solidFill>
              </a:rPr>
              <a:t>Team Members</a:t>
            </a:r>
            <a:endParaRPr lang="en-US" sz="2400" dirty="0"/>
          </a:p>
        </p:txBody>
      </p:sp>
      <p:sp>
        <p:nvSpPr>
          <p:cNvPr id="8" name="Text 3"/>
          <p:cNvSpPr txBox="1"/>
          <p:nvPr/>
        </p:nvSpPr>
        <p:spPr>
          <a:xfrm>
            <a:off x="7863840" y="4343400"/>
            <a:ext cx="40233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Ragupathi V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Navin Kumar S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Vignesh R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Yashvanth B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WireWizards logo" descr="img-0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91440"/>
            <a:ext cx="1005840" cy="1005840"/>
          </a:xfrm>
          <a:prstGeom prst="rect">
            <a:avLst/>
          </a:prstGeom>
        </p:spPr>
      </p:pic>
      <p:pic>
        <p:nvPicPr>
          <p:cNvPr id="3" name="KITE logo" descr="img-00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228600"/>
            <a:ext cx="1554480" cy="109728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645920" y="320040"/>
            <a:ext cx="8869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RAINGUARD: SMART CLOTHES PROTECTION</a:t>
            </a:r>
            <a:endParaRPr lang="en-US" sz="3200" dirty="0"/>
          </a:p>
        </p:txBody>
      </p:sp>
      <p:pic>
        <p:nvPicPr>
          <p:cNvPr id="5" name="footer stripe" descr="strip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80760"/>
            <a:ext cx="12188952" cy="77724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2A9E"/>
                </a:solidFill>
              </a:rPr>
              <a:t>Proposed Solution</a:t>
            </a:r>
            <a:endParaRPr lang="en-US" sz="2400" dirty="0"/>
          </a:p>
        </p:txBody>
      </p:sp>
      <p:sp>
        <p:nvSpPr>
          <p:cNvPr id="7" name="Text 2"/>
          <p:cNvSpPr txBox="1"/>
          <p:nvPr/>
        </p:nvSpPr>
        <p:spPr>
          <a:xfrm>
            <a:off x="822960" y="1965960"/>
            <a:ext cx="105156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0A2A9E"/>
                </a:solidFill>
              </a:rPr>
              <a:t>What we built: </a:t>
            </a:r>
            <a:pPr indent="0" marL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0F1F3D"/>
                </a:solidFill>
              </a:rPr>
              <a:t>A small setup that notices rain the moment it starts and swings the clothes line under cover, so nobody has to run outside when the sky suddenly turns dark.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0A2A9E"/>
                </a:solidFill>
              </a:rPr>
              <a:t>Why it helps: </a:t>
            </a:r>
            <a:pPr indent="0" marL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0F1F3D"/>
                </a:solidFill>
              </a:rPr>
              <a:t>We have all come home to clothes that were dry in the morning and soaked by evening. RainGuard watches the weather for you, even when no one is at home.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0A2A9E"/>
                </a:solidFill>
              </a:rPr>
              <a:t>What makes it different: </a:t>
            </a:r>
            <a:pPr indent="0" marL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0F1F3D"/>
                </a:solidFill>
              </a:rPr>
              <a:t>It is cheap, easy to build with common parts, and needs no internet. It simply senses, decides and moves on its own.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WireWizards logo" descr="img-0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91440"/>
            <a:ext cx="1005840" cy="1005840"/>
          </a:xfrm>
          <a:prstGeom prst="rect">
            <a:avLst/>
          </a:prstGeom>
        </p:spPr>
      </p:pic>
      <p:pic>
        <p:nvPicPr>
          <p:cNvPr id="3" name="KITE logo" descr="img-00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228600"/>
            <a:ext cx="1554480" cy="109728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645920" y="320040"/>
            <a:ext cx="8869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TECHNICAL APPROACH</a:t>
            </a:r>
            <a:endParaRPr lang="en-US" sz="3200" dirty="0"/>
          </a:p>
        </p:txBody>
      </p:sp>
      <p:pic>
        <p:nvPicPr>
          <p:cNvPr id="5" name="footer stripe" descr="strip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80760"/>
            <a:ext cx="12188952" cy="77724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822960" y="13716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2A9E"/>
                </a:solidFill>
              </a:rPr>
              <a:t>What we are using</a:t>
            </a:r>
            <a:endParaRPr lang="en-US" sz="2200" dirty="0"/>
          </a:p>
        </p:txBody>
      </p:sp>
      <p:sp>
        <p:nvSpPr>
          <p:cNvPr id="7" name="Text 2"/>
          <p:cNvSpPr txBox="1"/>
          <p:nvPr/>
        </p:nvSpPr>
        <p:spPr>
          <a:xfrm>
            <a:off x="822960" y="1828800"/>
            <a:ext cx="530352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0F1F3D"/>
                </a:solidFill>
              </a:rPr>
              <a:t>Arduino Uno: </a:t>
            </a:r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0F1F3D"/>
                </a:solidFill>
              </a:rPr>
              <a:t>the brain of the project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0F1F3D"/>
                </a:solidFill>
              </a:rPr>
              <a:t>Rain sensor module: </a:t>
            </a:r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0F1F3D"/>
                </a:solidFill>
              </a:rPr>
              <a:t>feels water drops on its plate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0F1F3D"/>
                </a:solidFill>
              </a:rPr>
              <a:t>Servo motor: </a:t>
            </a:r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0F1F3D"/>
                </a:solidFill>
              </a:rPr>
              <a:t>moves the clothes line under shelter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0F1F3D"/>
                </a:solidFill>
              </a:rPr>
              <a:t>Breadboard and jumper wires: </a:t>
            </a:r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0F1F3D"/>
                </a:solidFill>
              </a:rPr>
              <a:t>for quick, easy connections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0F1F3D"/>
                </a:solidFill>
              </a:rPr>
              <a:t>Arduino IDE (C/C++): </a:t>
            </a:r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0F1F3D"/>
                </a:solidFill>
              </a:rPr>
              <a:t>to write and upload the code</a:t>
            </a:r>
            <a:endParaRPr lang="en-US" sz="1800" dirty="0"/>
          </a:p>
        </p:txBody>
      </p:sp>
      <p:sp>
        <p:nvSpPr>
          <p:cNvPr id="8" name="Text 3"/>
          <p:cNvSpPr txBox="1"/>
          <p:nvPr/>
        </p:nvSpPr>
        <p:spPr>
          <a:xfrm>
            <a:off x="6583680" y="13716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2A9E"/>
                </a:solidFill>
              </a:rPr>
              <a:t>How it works</a:t>
            </a:r>
            <a:endParaRPr lang="en-US" sz="2200" dirty="0"/>
          </a:p>
        </p:txBody>
      </p:sp>
      <p:sp>
        <p:nvSpPr>
          <p:cNvPr id="9" name="step 1"/>
          <p:cNvSpPr/>
          <p:nvPr/>
        </p:nvSpPr>
        <p:spPr>
          <a:xfrm>
            <a:off x="6583680" y="1828800"/>
            <a:ext cx="4754880" cy="566928"/>
          </a:xfrm>
          <a:prstGeom prst="roundRect">
            <a:avLst>
              <a:gd name="adj" fmla="val 16129"/>
            </a:avLst>
          </a:prstGeom>
          <a:solidFill>
            <a:srgbClr val="0A2A9E"/>
          </a:solidFill>
          <a:ln/>
        </p:spPr>
      </p:sp>
      <p:sp>
        <p:nvSpPr>
          <p:cNvPr id="10" name="Text 5"/>
          <p:cNvSpPr txBox="1"/>
          <p:nvPr/>
        </p:nvSpPr>
        <p:spPr>
          <a:xfrm>
            <a:off x="6675120" y="182880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Rain falls on the sensor plate</a:t>
            </a:r>
            <a:endParaRPr lang="en-US" sz="1600" dirty="0"/>
          </a:p>
        </p:txBody>
      </p:sp>
      <p:sp>
        <p:nvSpPr>
          <p:cNvPr id="11" name="Text 6"/>
          <p:cNvSpPr txBox="1"/>
          <p:nvPr/>
        </p:nvSpPr>
        <p:spPr>
          <a:xfrm>
            <a:off x="8686800" y="237744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2A9E"/>
                </a:solidFill>
              </a:rPr>
              <a:t>▼</a:t>
            </a:r>
            <a:endParaRPr lang="en-US" sz="1000" dirty="0"/>
          </a:p>
        </p:txBody>
      </p:sp>
      <p:sp>
        <p:nvSpPr>
          <p:cNvPr id="12" name="step 2"/>
          <p:cNvSpPr/>
          <p:nvPr/>
        </p:nvSpPr>
        <p:spPr>
          <a:xfrm>
            <a:off x="6583680" y="2633472"/>
            <a:ext cx="4754880" cy="566928"/>
          </a:xfrm>
          <a:prstGeom prst="roundRect">
            <a:avLst>
              <a:gd name="adj" fmla="val 16129"/>
            </a:avLst>
          </a:prstGeom>
          <a:solidFill>
            <a:srgbClr val="0A2A9E"/>
          </a:solidFill>
          <a:ln/>
        </p:spPr>
      </p:sp>
      <p:sp>
        <p:nvSpPr>
          <p:cNvPr id="13" name="Text 8"/>
          <p:cNvSpPr txBox="1"/>
          <p:nvPr/>
        </p:nvSpPr>
        <p:spPr>
          <a:xfrm>
            <a:off x="6675120" y="2633472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Arduino reads the signal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8686800" y="318211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2A9E"/>
                </a:solidFill>
              </a:rPr>
              <a:t>▼</a:t>
            </a:r>
            <a:endParaRPr lang="en-US" sz="1000" dirty="0"/>
          </a:p>
        </p:txBody>
      </p:sp>
      <p:sp>
        <p:nvSpPr>
          <p:cNvPr id="15" name="step 3"/>
          <p:cNvSpPr/>
          <p:nvPr/>
        </p:nvSpPr>
        <p:spPr>
          <a:xfrm>
            <a:off x="6583680" y="3438144"/>
            <a:ext cx="4754880" cy="566928"/>
          </a:xfrm>
          <a:prstGeom prst="roundRect">
            <a:avLst>
              <a:gd name="adj" fmla="val 16129"/>
            </a:avLst>
          </a:prstGeom>
          <a:solidFill>
            <a:srgbClr val="FF9800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6675120" y="3438144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Servo moves the clothes under shelter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8686800" y="398678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2A9E"/>
                </a:solidFill>
              </a:rPr>
              <a:t>▼</a:t>
            </a:r>
            <a:endParaRPr lang="en-US" sz="1000" dirty="0"/>
          </a:p>
        </p:txBody>
      </p:sp>
      <p:sp>
        <p:nvSpPr>
          <p:cNvPr id="18" name="step 4"/>
          <p:cNvSpPr/>
          <p:nvPr/>
        </p:nvSpPr>
        <p:spPr>
          <a:xfrm>
            <a:off x="6583680" y="4242816"/>
            <a:ext cx="4754880" cy="566928"/>
          </a:xfrm>
          <a:prstGeom prst="roundRect">
            <a:avLst>
              <a:gd name="adj" fmla="val 16129"/>
            </a:avLst>
          </a:prstGeom>
          <a:solidFill>
            <a:srgbClr val="0A2A9E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6675120" y="4242816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Rain stops and the plate dries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868680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2A9E"/>
                </a:solidFill>
              </a:rPr>
              <a:t>▼</a:t>
            </a:r>
            <a:endParaRPr lang="en-US" sz="1000" dirty="0"/>
          </a:p>
        </p:txBody>
      </p:sp>
      <p:sp>
        <p:nvSpPr>
          <p:cNvPr id="21" name="step 5"/>
          <p:cNvSpPr/>
          <p:nvPr/>
        </p:nvSpPr>
        <p:spPr>
          <a:xfrm>
            <a:off x="6583680" y="5047488"/>
            <a:ext cx="4754880" cy="566928"/>
          </a:xfrm>
          <a:prstGeom prst="roundRect">
            <a:avLst>
              <a:gd name="adj" fmla="val 16129"/>
            </a:avLst>
          </a:prstGeom>
          <a:solidFill>
            <a:srgbClr val="0A2A9E"/>
          </a:solidFill>
          <a:ln/>
        </p:spPr>
      </p:sp>
      <p:sp>
        <p:nvSpPr>
          <p:cNvPr id="22" name="Text 17"/>
          <p:cNvSpPr txBox="1"/>
          <p:nvPr/>
        </p:nvSpPr>
        <p:spPr>
          <a:xfrm>
            <a:off x="6675120" y="5047488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Clothes are moved back out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WireWizards logo" descr="img-0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91440"/>
            <a:ext cx="1005840" cy="1005840"/>
          </a:xfrm>
          <a:prstGeom prst="rect">
            <a:avLst/>
          </a:prstGeom>
        </p:spPr>
      </p:pic>
      <p:pic>
        <p:nvPicPr>
          <p:cNvPr id="3" name="KITE logo" descr="img-00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228600"/>
            <a:ext cx="1554480" cy="109728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645920" y="320040"/>
            <a:ext cx="8869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PROTOTYPE &amp; PROJECT DEMONSTRATION</a:t>
            </a:r>
            <a:endParaRPr lang="en-US" sz="3200" dirty="0"/>
          </a:p>
        </p:txBody>
      </p:sp>
      <p:pic>
        <p:nvPicPr>
          <p:cNvPr id="5" name="footer stripe" descr="strip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80760"/>
            <a:ext cx="12188952" cy="77724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822960" y="12801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F1F3D"/>
                </a:solidFill>
              </a:rPr>
              <a:t>Prototype / Working Model: Arduino, rain sensor and servo motor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F1F3D"/>
                </a:solidFill>
              </a:rPr>
              <a:t>Our team presenting the project</a:t>
            </a:r>
            <a:endParaRPr lang="en-US" sz="2000" dirty="0"/>
          </a:p>
        </p:txBody>
      </p:sp>
      <p:pic>
        <p:nvPicPr>
          <p:cNvPr id="7" name="prototype photo" descr="proto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2286000"/>
            <a:ext cx="2167128" cy="3657600"/>
          </a:xfrm>
          <a:prstGeom prst="rect">
            <a:avLst/>
          </a:prstGeom>
        </p:spPr>
      </p:pic>
      <p:pic>
        <p:nvPicPr>
          <p:cNvPr id="8" name="team photo" descr="team_ful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2286000"/>
            <a:ext cx="4873752" cy="3657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WireWizards Hackathon 2026 - Current Affairs</dc:title>
  <dc:subject>PptxGenJS Presentation</dc:subject>
  <dc:creator>PptxGenJS</dc:creator>
  <cp:lastModifiedBy>PptxGenJS</cp:lastModifiedBy>
  <cp:revision>1</cp:revision>
  <dcterms:created xsi:type="dcterms:W3CDTF">2026-10-26T08:16:48Z</dcterms:created>
  <dcterms:modified xsi:type="dcterms:W3CDTF">2026-10-26T08:16:48Z</dcterms:modified>
</cp:coreProperties>
</file>